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iya-py11/Smart--Heritage-Platform.git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6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University Engagement — Project Submission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Heritage Conservation Platform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6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Ahmedabad's Walled City &amp; Modhera Sun Temple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with IBM Granite, IBM BOB &amp; LangFlow  |  Domain: Tourism &amp; Heritage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Details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2296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Title:  </a:t>
            </a:r>
            <a:r>
              <a:rPr lang="en-US" sz="1700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Heritage Conservation Platform for Ahmedabad's Walled City &amp; Modhera
</a:t>
            </a:r>
            <a:r>
              <a:rPr lang="en-US" sz="1700" b="1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 </a:t>
            </a:r>
            <a:r>
              <a:rPr lang="en-US" sz="1700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&amp; Heritage (Challenge 12)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074777"/>
              </p:ext>
            </p:extLst>
          </p:nvPr>
        </p:nvGraphicFramePr>
        <p:xfrm>
          <a:off x="502920" y="2286000"/>
          <a:ext cx="5852160" cy="10972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316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316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Passport Photo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316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316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(WhatsApp)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smtClean="0">
                          <a:solidFill>
                            <a:srgbClr val="23161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Panchal</a:t>
                      </a:r>
                      <a:r>
                        <a:rPr lang="en-US" sz="1200" baseline="0" dirty="0" smtClean="0">
                          <a:solidFill>
                            <a:srgbClr val="23161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 </a:t>
                      </a:r>
                      <a:r>
                        <a:rPr lang="en-US" sz="1200" baseline="0" dirty="0" err="1" smtClean="0">
                          <a:solidFill>
                            <a:srgbClr val="23161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Jiya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smtClean="0">
                          <a:solidFill>
                            <a:srgbClr val="2316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jiyapanchal02954@gmail.com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smtClean="0">
                          <a:solidFill>
                            <a:srgbClr val="23161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9265559166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17639" y="932688"/>
            <a:ext cx="2483167" cy="34548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42062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696" y="2747455"/>
            <a:ext cx="562391" cy="635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2296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143000"/>
            <a:ext cx="5394960" cy="411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Gujarat's UNESCO heritage sites — Ahmedabad's Walled City and the Modhera Sun Temple — face conservation risk from urban encroachment, weathering and unmanaged tourist footfall, while digital storytelling for visitors stays underutilised.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788920"/>
            <a:ext cx="539496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310128"/>
            <a:ext cx="5394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450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structural health of heritage structures continuously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450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and forecast visitor flow at peak hours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450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immersive, personalised cultural storytelling</a:t>
            </a:r>
            <a:endParaRPr lang="en-US" sz="14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26480" y="1143000"/>
            <a:ext cx="25146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2296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Agentic AI platform built on LangFlow, IBM BOB and IBM Granite LLM, hosted on IBM Cloud, that turns heritage conservation into a continuous, data-driven and visitor-facing service.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931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20240"/>
            <a:ext cx="54864" cy="9144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975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Health Monitoring 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223113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IoT sensor, drone and image data to detect cracks, erosion and moisture damage; predicts risk scores per structure.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920240"/>
            <a:ext cx="3931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920240"/>
            <a:ext cx="54864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1975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Flow Management Agent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28032" y="223113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footfall, recommends slot booking, alternate routes and crowd caps to reduce physical stress on monuments.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931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971800"/>
            <a:ext cx="54864" cy="9144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3026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Heritage Storytelling Agent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" y="328269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Granite-powered RAG narratives in multiple languages, tailored to visitor interest, age and time available.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3931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971800"/>
            <a:ext cx="54864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3026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Encroachment Detection Agent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328269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satellite/CCTV imagery over time to flag illegal construction inside buffer zones.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023360"/>
            <a:ext cx="8138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023360"/>
            <a:ext cx="54864" cy="9144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407822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Reporting Dashboard Agent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" y="4334256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ASI/municipal-ready reports, priority repair lists and budget suggestions.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16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2296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8016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31221A"/>
          </a:solidFill>
          <a:ln w="12700">
            <a:solidFill>
              <a:srgbClr val="4A36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3040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9848" y="146304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0195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BB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orchestration of the multi-agent conservation workflow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31221A"/>
          </a:solidFill>
          <a:ln w="12700">
            <a:solidFill>
              <a:srgbClr val="4A36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463040"/>
            <a:ext cx="310896" cy="310896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463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58768" y="146304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 LLM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190195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BB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granite-3-2-8b-instruct for reasoning, summarisation &amp; storytelling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28016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31221A"/>
          </a:solidFill>
          <a:ln w="12700">
            <a:solidFill>
              <a:srgbClr val="4A36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463040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463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47688" y="146304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190195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BB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 and orchestration layer for autonomous task execution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9718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31221A"/>
          </a:solidFill>
          <a:ln w="12700">
            <a:solidFill>
              <a:srgbClr val="4A36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154680"/>
            <a:ext cx="310896" cy="310896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1546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9848" y="315468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359359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BB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scalable hosting for agents, APIs and data pipelines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9718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31221A"/>
          </a:solidFill>
          <a:ln w="12700">
            <a:solidFill>
              <a:srgbClr val="4A36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3154680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1546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58768" y="315468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Vector DB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0" y="359359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BB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FAISS/Chroma over ASI records, heritage archives &amp; inspection logs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29718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31221A"/>
          </a:solidFill>
          <a:ln w="12700">
            <a:solidFill>
              <a:srgbClr val="4A36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3154680"/>
            <a:ext cx="310896" cy="310896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1546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47688" y="315468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Vision Inputs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63640" y="359359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BB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sensors, drone imagery and CCTV feeds for site telemetry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LangFlow Components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2296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Input — visitor or officer query (text / voice / image)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 AI Agent — routes the request to the right agent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 Model — granite-3-2-8b-instruct for reasoning, narration and report drafting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Data Component — ASI logs, sensor CSVs, site imagery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(Chroma) + Embeddings — RAG retrieval over heritage documentation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 — role prompts for each of the five agents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Output — narration, risk alert, crowd advisory or report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26480" y="1234440"/>
            <a:ext cx="2514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LangFlow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2296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811869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811869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65960" y="1811869"/>
            <a:ext cx="237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5A4E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03704" y="1811869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203704" y="1811869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Agent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66744" y="1811869"/>
            <a:ext cx="237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5A4E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04488" y="1811869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3904488" y="1811869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LLM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67528" y="1811869"/>
            <a:ext cx="237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5A4E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05272" y="1811869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605272" y="1811869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RAG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68312" y="1811869"/>
            <a:ext cx="237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5A4E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06056" y="1811869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7306056" y="1811869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Output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2377440"/>
            <a:ext cx="8138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3151637"/>
            <a:ext cx="8138160" cy="828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user query → agent router → Granite reasoning → RAG / sensor tools → grounded response back to visitor or conservation officer.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16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Blueprint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2296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34440"/>
            <a:ext cx="8138160" cy="713232"/>
          </a:xfrm>
          <a:prstGeom prst="roundRect">
            <a:avLst>
              <a:gd name="adj" fmla="val 7692"/>
            </a:avLst>
          </a:prstGeom>
          <a:solidFill>
            <a:srgbClr val="31221A"/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73152" cy="713232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28930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156362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B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crack &amp; humidity sensors • Drone / satellite imagery • CCTV footfall • ASI heritage archives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34840" y="1947672"/>
            <a:ext cx="274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A4E"/>
                </a:solidFill>
              </a:rPr>
              <a:t>▼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8138160" cy="713232"/>
          </a:xfrm>
          <a:prstGeom prst="roundRect">
            <a:avLst>
              <a:gd name="adj" fmla="val 7692"/>
            </a:avLst>
          </a:prstGeom>
          <a:solidFill>
            <a:srgbClr val="31221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75688"/>
            <a:ext cx="73152" cy="7132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1305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Storage (IBM Cloud)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240487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B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• Time-series DB • Embeddings → Vector DB (Chroma/FAISS)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2788920"/>
            <a:ext cx="274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A4E"/>
                </a:solidFill>
              </a:rPr>
              <a:t>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916936"/>
            <a:ext cx="8138160" cy="713232"/>
          </a:xfrm>
          <a:prstGeom prst="roundRect">
            <a:avLst>
              <a:gd name="adj" fmla="val 7692"/>
            </a:avLst>
          </a:prstGeom>
          <a:solidFill>
            <a:srgbClr val="31221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916936"/>
            <a:ext cx="73152" cy="71323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971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Layer — LangFlow + IBM BOB + Granite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324612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B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Health • Visitor Flow • Storytelling • Encroachment • Reporting agents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34840" y="3630168"/>
            <a:ext cx="274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A4E"/>
                </a:solidFill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758184"/>
            <a:ext cx="8138160" cy="713232"/>
          </a:xfrm>
          <a:prstGeom prst="roundRect">
            <a:avLst>
              <a:gd name="adj" fmla="val 7692"/>
            </a:avLst>
          </a:prstGeom>
          <a:solidFill>
            <a:srgbClr val="31221A"/>
          </a:solidFill>
          <a:ln w="12700">
            <a:solidFill>
              <a:srgbClr val="E9B4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758184"/>
            <a:ext cx="73152" cy="713232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81304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Layer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" y="40873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B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mobile/AR app • Conservation officer dashboard • Automated ASI reports &amp; alerts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of Agentic AI in the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2296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450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— agents run scheduled inspections and raise alerts without being prompted.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450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Specialisation — five agents each own one conservation responsibility, then collaborate.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450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awareness — decisions factor in monsoon season, festival crowds and monument age.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450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— agents call sensor APIs, image models, ticketing systems and report generators.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450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adaptation — risk scores and crowd advisories update in real time.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450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— every conservation action is proposed to ASI officers for approval.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52160" y="1234440"/>
            <a:ext cx="27889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Usage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2296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7043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 tokens used: 116200 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3931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4592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389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Prompt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645920"/>
            <a:ext cx="3931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64592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4389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Prompt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85F2255A-5818-3246-F587-9808CB735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1" y="1645920"/>
            <a:ext cx="3931920" cy="2651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41C19C2D-C988-B065-9DE7-39FBF2AFF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645685"/>
            <a:ext cx="3931920" cy="26517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Novelty and Uniqueness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2296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3444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50876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33272" y="13075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+ Tourism in one loop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33272" y="156362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data feeds structural risk; risk caps crowd — no existing platform closes this loop.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9744" y="150876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4809744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93792" y="13075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Predictive, not reactive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93792" y="156362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forecasts deterioration before visible damage, prioritising repair budgets.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31343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" y="2587752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" y="2587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33272" y="23865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Hyper-local storytelling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33272" y="264261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Pol-level, multilingual narratives grounded in verified ASI archives via RAG.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31343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9744" y="2587752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4809744" y="2587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93792" y="23865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Encroachment early warning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93792" y="264261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satellite diffing turns buffer-zone violations into same-week alerts.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392424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" y="3666744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" y="3666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33272" y="346557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automation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33272" y="372160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Officer-ready conservation reports generated in minutes instead of weeks.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392424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9744" y="3666744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1" name="Text 29"/>
          <p:cNvSpPr/>
          <p:nvPr/>
        </p:nvSpPr>
        <p:spPr>
          <a:xfrm>
            <a:off x="4809744" y="3666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93792" y="346557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&amp; governed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193792" y="372160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+ Granite on IBM Cloud with auditability and data governance.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Repository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2296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71600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600"/>
              </a:spcAft>
              <a:buSzPct val="100000"/>
            </a:pP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2013371"/>
            <a:ext cx="8138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3371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URL: 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9857D0D-EFC6-2795-6FED-53E72C4A7045}"/>
              </a:ext>
            </a:extLst>
          </p:cNvPr>
          <p:cNvSpPr txBox="1"/>
          <p:nvPr/>
        </p:nvSpPr>
        <p:spPr>
          <a:xfrm>
            <a:off x="1824001" y="2285905"/>
            <a:ext cx="5749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accent1">
                    <a:lumMod val="60000"/>
                    <a:lumOff val="40000"/>
                  </a:schemeClr>
                </a:solidFill>
                <a:hlinkClick r:id="rId3"/>
              </a:rPr>
              <a:t>https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3"/>
              </a:rPr>
              <a:t>://github.com/jiya-py11/Smart--Heritage-Platform.git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16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2296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8016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31221A"/>
          </a:solidFill>
          <a:ln w="12700">
            <a:solidFill>
              <a:srgbClr val="4A3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40817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VR Time Travel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" y="17373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B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monuments to their original state and let visitors walk through the 15th-century Walled City in AR.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31221A"/>
          </a:solidFill>
          <a:ln w="12700">
            <a:solidFill>
              <a:srgbClr val="4A3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64608" y="140817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of Every Monument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64608" y="17373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B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3D twin updated by drone scans, enabling simulation of monsoon and seismic stress.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31221A"/>
          </a:solidFill>
          <a:ln w="12700">
            <a:solidFill>
              <a:srgbClr val="4A36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96265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Statewide Heritage Network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" y="32918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B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from Ahmedabad and Modhera to Rani ki Vav, Champaner and Dholavira on one dashboard.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31221A"/>
          </a:solidFill>
          <a:ln w="12700">
            <a:solidFill>
              <a:srgbClr val="4A36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296265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Reporting &amp; Voice Access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64608" y="32918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B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voice agent plus crowd-sourced damage reports from residents and guides.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Certificates Earned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2296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1325880"/>
            <a:ext cx="6217920" cy="35250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325880"/>
            <a:ext cx="6217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Credly certificate here</a:t>
            </a:r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325880"/>
            <a:ext cx="6217920" cy="35250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Certificates Earned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2296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1325879"/>
            <a:ext cx="6217920" cy="3525013"/>
          </a:xfrm>
          <a:prstGeom prst="rect">
            <a:avLst/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325880"/>
            <a:ext cx="6217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IBM BOB certificate here</a:t>
            </a:r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325878"/>
            <a:ext cx="6217920" cy="35250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16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Preserving Gujarat's heritage with Agentic AI — IBM Granite • IBM BOB • LangFlow • IBM Cloud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910</Words>
  <Application>Microsoft Office PowerPoint</Application>
  <PresentationFormat>On-screen Show (16:9)</PresentationFormat>
  <Paragraphs>148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15</cp:revision>
  <dcterms:created xsi:type="dcterms:W3CDTF">2026-09-02T18:00:23Z</dcterms:created>
  <dcterms:modified xsi:type="dcterms:W3CDTF">2026-09-04T10:58:24Z</dcterms:modified>
</cp:coreProperties>
</file>